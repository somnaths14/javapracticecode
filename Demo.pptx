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47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9889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86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81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8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97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7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7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8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28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16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Colorful wavy concept">
            <a:extLst>
              <a:ext uri="{FF2B5EF4-FFF2-40B4-BE49-F238E27FC236}">
                <a16:creationId xmlns:a16="http://schemas.microsoft.com/office/drawing/2014/main" id="{20801A72-6D34-51F0-5595-3EAB20CDF2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5DEC45B-BA77-21C0-3869-05DE7C923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152940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FE905-88D4-B34A-3967-A8017539E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809" y="159031"/>
            <a:ext cx="7950514" cy="870008"/>
          </a:xfrm>
        </p:spPr>
        <p:txBody>
          <a:bodyPr anchor="ctr">
            <a:no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Brand Fee - Adapt calculation logic</a:t>
            </a:r>
            <a:br>
              <a:rPr lang="en-IN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E25B8EB-C8DD-E579-2093-D182FC5B0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-560574" y="576072"/>
            <a:ext cx="115214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2F5D767-B448-6AB8-66A3-84E49F6CC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7" y="1238991"/>
            <a:ext cx="10280271" cy="52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693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BDE81-5FFC-2EEA-618E-07AEC2693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ful wavy concept">
            <a:extLst>
              <a:ext uri="{FF2B5EF4-FFF2-40B4-BE49-F238E27FC236}">
                <a16:creationId xmlns:a16="http://schemas.microsoft.com/office/drawing/2014/main" id="{FF6DEE1B-1294-FA07-C34E-E042184A33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/>
        </p:blipFill>
        <p:spPr>
          <a:xfrm>
            <a:off x="21" y="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90F64F-E818-87E7-E0B3-59CA259CE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808" y="159031"/>
            <a:ext cx="10909959" cy="870008"/>
          </a:xfrm>
        </p:spPr>
        <p:txBody>
          <a:bodyPr anchor="ctr">
            <a:no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Implement fixes on Bonus Buy Definition</a:t>
            </a:r>
            <a:br>
              <a:rPr lang="en-IN" sz="3600" b="1" dirty="0"/>
            </a:br>
            <a:endParaRPr lang="en-IN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5BFA59-7922-1F9C-FD23-E3790934A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95" y="1468158"/>
            <a:ext cx="4892464" cy="14174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06AF3D-9CF5-AB0B-857A-918D444BD390}"/>
              </a:ext>
            </a:extLst>
          </p:cNvPr>
          <p:cNvSpPr txBox="1"/>
          <p:nvPr/>
        </p:nvSpPr>
        <p:spPr>
          <a:xfrm>
            <a:off x="281227" y="7411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Before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0E1F36-50E1-AC8B-31AE-4EB81E629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72" y="4188873"/>
            <a:ext cx="6218459" cy="19280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6B4583-AE26-ACDB-F0F8-9F72E3BFBEE4}"/>
              </a:ext>
            </a:extLst>
          </p:cNvPr>
          <p:cNvSpPr txBox="1"/>
          <p:nvPr/>
        </p:nvSpPr>
        <p:spPr>
          <a:xfrm>
            <a:off x="475795" y="361487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Fix</a:t>
            </a:r>
          </a:p>
        </p:txBody>
      </p:sp>
    </p:spTree>
    <p:extLst>
      <p:ext uri="{BB962C8B-B14F-4D97-AF65-F5344CB8AC3E}">
        <p14:creationId xmlns:p14="http://schemas.microsoft.com/office/powerpoint/2010/main" val="269193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F7B81-2D65-1DF3-D464-21C8C3350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ful wavy concept">
            <a:extLst>
              <a:ext uri="{FF2B5EF4-FFF2-40B4-BE49-F238E27FC236}">
                <a16:creationId xmlns:a16="http://schemas.microsoft.com/office/drawing/2014/main" id="{0242E73F-7EFA-1BEF-759A-61F68FEE86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/>
        </p:blipFill>
        <p:spPr>
          <a:xfrm>
            <a:off x="21" y="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B23DB1-0D3D-FA6B-EB84-1869C01A8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808" y="159031"/>
            <a:ext cx="10909959" cy="870008"/>
          </a:xfrm>
        </p:spPr>
        <p:txBody>
          <a:bodyPr anchor="ctr">
            <a:no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Implement fixes on Bonus Buy Definition</a:t>
            </a:r>
            <a:br>
              <a:rPr lang="en-IN" sz="3600" b="1" dirty="0"/>
            </a:br>
            <a:endParaRPr lang="en-IN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41F-7267-497D-4E1A-E480E27FF876}"/>
              </a:ext>
            </a:extLst>
          </p:cNvPr>
          <p:cNvSpPr txBox="1"/>
          <p:nvPr/>
        </p:nvSpPr>
        <p:spPr>
          <a:xfrm>
            <a:off x="281227" y="7411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9C8031-A60E-D2A7-2F05-26F0F3598B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00" r="1025"/>
          <a:stretch/>
        </p:blipFill>
        <p:spPr>
          <a:xfrm>
            <a:off x="281227" y="1029039"/>
            <a:ext cx="7596681" cy="29818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DBDCA9-902A-13DC-D0C9-69FF7A9350B6}"/>
              </a:ext>
            </a:extLst>
          </p:cNvPr>
          <p:cNvSpPr txBox="1"/>
          <p:nvPr/>
        </p:nvSpPr>
        <p:spPr>
          <a:xfrm>
            <a:off x="371640" y="741100"/>
            <a:ext cx="1647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Result-cf2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E13E22-018E-EB7E-1CF7-5FB3DDB0116A}"/>
              </a:ext>
            </a:extLst>
          </p:cNvPr>
          <p:cNvSpPr txBox="1"/>
          <p:nvPr/>
        </p:nvSpPr>
        <p:spPr>
          <a:xfrm>
            <a:off x="281227" y="4173677"/>
            <a:ext cx="617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Result-cf1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B68277-76F7-08EF-3DE7-2BB4B464B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791" y="4062721"/>
            <a:ext cx="8893311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664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27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Avenir Next LT Pro</vt:lpstr>
      <vt:lpstr>Calibri</vt:lpstr>
      <vt:lpstr>Grandview Display</vt:lpstr>
      <vt:lpstr>DashVTI</vt:lpstr>
      <vt:lpstr>Brand Fee - Adapt calculation logic </vt:lpstr>
      <vt:lpstr> Implement fixes on Bonus Buy Definition </vt:lpstr>
      <vt:lpstr> Implement fixes on Bonus Buy Definition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Saha, Somnath (DXC Luxoft)</dc:creator>
  <cp:lastModifiedBy>Saha, Somnath (DXC Luxoft)</cp:lastModifiedBy>
  <cp:revision>3</cp:revision>
  <dcterms:created xsi:type="dcterms:W3CDTF">2025-05-06T07:29:07Z</dcterms:created>
  <dcterms:modified xsi:type="dcterms:W3CDTF">2025-05-06T08:26:52Z</dcterms:modified>
</cp:coreProperties>
</file>